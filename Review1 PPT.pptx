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0" r:id="rId7"/>
    <p:sldId id="265" r:id="rId8"/>
    <p:sldId id="264" r:id="rId9"/>
    <p:sldId id="266" r:id="rId10"/>
  </p:sldIdLst>
  <p:sldSz cx="12192000" cy="6858000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wJFx4wQkKR8A1eenAcah7OmYy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0616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004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8282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6292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1959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8456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74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 descr="A picture containing sky, outdoor, real estate, architecture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56674" y="250189"/>
            <a:ext cx="11678651" cy="63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5813" y="500378"/>
            <a:ext cx="5644907" cy="138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9001" y="466512"/>
            <a:ext cx="2125133" cy="52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ctrTitle"/>
          </p:nvPr>
        </p:nvSpPr>
        <p:spPr>
          <a:xfrm>
            <a:off x="373626" y="870634"/>
            <a:ext cx="1166105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Keep Learning</a:t>
            </a:r>
            <a:endParaRPr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Google Shape;87;p22"/>
          <p:cNvSpPr/>
          <p:nvPr/>
        </p:nvSpPr>
        <p:spPr>
          <a:xfrm>
            <a:off x="6725926" y="4492366"/>
            <a:ext cx="502325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Guide Name: Ms. Brintha G, AP/CSE</a:t>
            </a:r>
            <a:endParaRPr lang="en-IN" sz="2200" b="0" i="0" u="none" strike="noStrike" baseline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88" name="Google Shape;88;p22"/>
          <p:cNvSpPr/>
          <p:nvPr/>
        </p:nvSpPr>
        <p:spPr>
          <a:xfrm>
            <a:off x="925264" y="4404852"/>
            <a:ext cx="5023252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Mo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hammed Abrar </a:t>
            </a:r>
            <a:endParaRPr lang="en-US"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Mugunthan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Abishree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299815" y="1514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Abstract</a:t>
            </a:r>
            <a:endParaRPr sz="400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744196" y="162907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900" dirty="0">
                <a:latin typeface="Times New Roman"/>
                <a:cs typeface="Times New Roman"/>
              </a:rPr>
              <a:t>Knowledge Drift refers to the gradual forgetting of previously learned knowledge or skills when they are not put into regular practice. Most e-learning and corporate training platforms track only quiz scores and course-completion status, with no way to predict when a learner is likely to forget a topic. This project proposes an AI-based system that models a learner's knowledge retention over time using deep learning (LSTM/Transformer) architectures. It computes a dynamic knowledge retention score for every topic a learner has studied, predicts the topics most likely to be forgotten, and recommends a personalized revision plan instead of making every learner repeat identical training. A learning dashboard visualizes skill progress, while AI-generated quizzes and smart reminders are triggered for topics showing predicted knowledge decay. The system is intended for use in IT companies, colleges, EdTech platforms and corporate L&amp;D teams to make learning retention proactive, personalized and measurable.</a:t>
            </a:r>
          </a:p>
        </p:txBody>
      </p:sp>
      <p:sp>
        <p:nvSpPr>
          <p:cNvPr id="95" name="Google Shape;9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design a deep learning model (LSTM/Transformer) that predicts a learner's knowledge retention score for each topic over time.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identify, in advance, the specific topics or skills a learner is most likely to forget.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replace one-size-fits-all repeat training with personalized, topic-level revision recommendations.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build a learning dashboard that visualizes skill progress and retention analytics for learners and administrators.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generate AI-based quizzes automatically for topics identified as weak or at risk of being forgotten.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/>
              <a:buChar char="●"/>
            </a:pPr>
            <a:r>
              <a:rPr lang="en-US" sz="2000" dirty="0">
                <a:latin typeface="Times New Roman"/>
                <a:cs typeface="Times New Roman"/>
              </a:rPr>
              <a:t>To trigger smart reminders based on the predicted rate of knowledge decay for each learner.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555196" y="4265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Review (Minimum 10 Articles)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Piech et al. (2015) - Deep Knowledge Tracing (DKT): </a:t>
            </a:r>
            <a:r>
              <a:rPr lang="en-US" sz="1750" dirty="0">
                <a:latin typeface="Times New Roman"/>
                <a:cs typeface="Times New Roman"/>
              </a:rPr>
              <a:t>used an RNN/LSTM to model a student's evolving knowledge state and predict future performance, but did not explicitly model forgetting.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Nagatani et al. (2019) - DKT+Forgetting: </a:t>
            </a:r>
            <a:r>
              <a:rPr lang="en-US" sz="1750" dirty="0">
                <a:latin typeface="Times New Roman"/>
                <a:cs typeface="Times New Roman"/>
              </a:rPr>
              <a:t>added time-gap and repeated-practice features to an LSTM-based tracer, showing that explicit forgetting signals improve prediction accuracy.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Zhao et al. (2023) - GFLDKT: </a:t>
            </a:r>
            <a:r>
              <a:rPr lang="en-US" sz="1750" dirty="0">
                <a:latin typeface="Times New Roman"/>
                <a:cs typeface="Times New Roman"/>
              </a:rPr>
              <a:t>introduced a gating-controlled forgetting-and-learning mechanism inside an LSTM to update a learner's knowledge state more accurately.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Nagatani et al. - DFKT Model: </a:t>
            </a:r>
            <a:r>
              <a:rPr lang="en-US" sz="1750" dirty="0">
                <a:latin typeface="Times New Roman"/>
                <a:cs typeface="Times New Roman"/>
              </a:rPr>
              <a:t>combined LSTM-based knowledge vectors with a Neural Factorization Machine to fold in forgetting-related side information.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Abdelrahman &amp; Wang (2019) - SKVMN: </a:t>
            </a:r>
            <a:r>
              <a:rPr lang="en-US" sz="1750" dirty="0">
                <a:latin typeface="Times New Roman"/>
                <a:cs typeface="Times New Roman"/>
              </a:rPr>
              <a:t>proposed a memory-augmented network that recalls similar past exercises, though it needs a manually tuned similarity threshold.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Deep Knowledge Tracing with Learning Curves (2023): </a:t>
            </a:r>
            <a:r>
              <a:rPr lang="en-US" sz="1750" dirty="0">
                <a:latin typeface="Times New Roman"/>
                <a:cs typeface="Times New Roman"/>
              </a:rPr>
              <a:t>weighs a student's recent performance on a concept using a time-decay function derived from the Ebbinghaus forgetting curve.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555196" y="4265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Review (Contd.)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Gers, Schmidhuber &amp; Cummins (2000) - Learning to Forget: </a:t>
            </a:r>
            <a:r>
              <a:rPr lang="en-US" sz="1750" dirty="0">
                <a:latin typeface="Times New Roman"/>
                <a:cs typeface="Times New Roman"/>
              </a:rPr>
              <a:t>proposed the adaptive forget gate for LSTM networks, the foundational mechanism used by nearly all later forgetting-aware models.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Deep Graph Memory Networks (2021): </a:t>
            </a:r>
            <a:r>
              <a:rPr lang="en-US" sz="1750" dirty="0">
                <a:latin typeface="Times New Roman"/>
                <a:cs typeface="Times New Roman"/>
              </a:rPr>
              <a:t>modeled forgetting across multiple related concepts using a graph structure instead of treating topics in isolation.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Settles &amp; Meeder (2016) - Half-Life Regression (HLR): </a:t>
            </a:r>
            <a:r>
              <a:rPr lang="en-US" sz="1750" dirty="0">
                <a:latin typeface="Times New Roman"/>
                <a:cs typeface="Times New Roman"/>
              </a:rPr>
              <a:t>trained an exponential forgetting-curve model on Duolingo data to predict the “half-life” of a learned item and schedule its next review.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Tabibian et al. (2019) - Spaced Repetition Optimization (PNAS): </a:t>
            </a:r>
            <a:r>
              <a:rPr lang="en-US" sz="1750" dirty="0">
                <a:latin typeface="Times New Roman"/>
                <a:cs typeface="Times New Roman"/>
              </a:rPr>
              <a:t>framed review scheduling as an optimization problem over a point-process model of memory to maximize long-term retention.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DRL-SRS (2024): </a:t>
            </a:r>
            <a:r>
              <a:rPr lang="en-US" sz="1750" dirty="0">
                <a:latin typeface="Times New Roman"/>
                <a:cs typeface="Times New Roman"/>
              </a:rPr>
              <a:t>combined a Transformer-based half-life predictor with deep reinforcement learning to optimize review-interval scheduling.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/>
              <a:buChar char="●"/>
            </a:pPr>
            <a:r>
              <a:rPr lang="en-US" sz="1750" b="1" dirty="0">
                <a:latin typeface="Times New Roman"/>
                <a:cs typeface="Times New Roman"/>
              </a:rPr>
              <a:t>GLD-HLR (2023): </a:t>
            </a:r>
            <a:r>
              <a:rPr lang="en-US" sz="1750" dirty="0">
                <a:latin typeface="Times New Roman"/>
                <a:cs typeface="Times New Roman"/>
              </a:rPr>
              <a:t>improved half-life prediction accuracy by decoupling multi-scale temporal memory features using frequency-domain transforms.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838200" y="135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900" dirty="0">
                <a:latin typeface="Times New Roman"/>
                <a:cs typeface="Times New Roman"/>
              </a:rPr>
              <a:t>Most e-learning platforms and corporate training systems measure learning only through quiz scores or course-completion status captured at a single point in time. They have no mechanism to track how a learner's grasp of a topic decays afterward, so learners are either forced to repeat entire courses regardless of what they individually still remember, or they are left to silently forget important skills until a test or task failure exposes the gap. There is currently no lightweight, deep-learning-based system that continuously predicts which topics a specific learner is likely to forget, quantifies that risk as a retention score, and proactively recommends what to revise and when. This project addresses that gap by building a Knowledge Drift Prediction system that models each learner's forgetting pattern using LSTM/Transformer networks and converts that prediction into a personalized, actionable revision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490A-1BE7-EAC9-E5F5-DE3E5F3A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Journal Base Paper selection</a:t>
            </a:r>
            <a:br>
              <a:rPr lang="en-IN" b="0" i="0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13DE1-0BF3-519D-7242-029FDC2F3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Base Paper: </a:t>
            </a:r>
            <a:r>
              <a:rPr lang="en-US" sz="1800" dirty="0">
                <a:latin typeface="Times New Roman"/>
                <a:cs typeface="Times New Roman"/>
              </a:rPr>
              <a:t>B. Settles and B. Meeder, “A Trainable Spaced Repetition Model for Language Learning,” Proceedings of ACL, 2016.</a:t>
            </a:r>
          </a:p>
          <a:p>
            <a:pPr marL="0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Why this paper was selected as the base paper: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It is among the first works to replace a purely rule-based forgetting curve (Leitner/SM-2) with a trainable, data-driven model (Half-Life Regression) that predicts recall probability and memory half-life.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It was validated on a very large real-world dataset (13 million Duolingo learning traces), giving the approach strong empirical grounding.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Its core idea of predicting when a specific learner will forget a specific item is directly aligned with the Knowledge Drift concept targeted by this project.</a:t>
            </a:r>
          </a:p>
          <a:p>
            <a:pPr marL="0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How this project extends the base paper: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Replaces the linear/log-linear regression used in HLR with deep sequence models (LSTM/Transformer) that capture longer, non-linear learning histories.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Extends prediction from single vocabulary items to broader academic and technical topics/skills.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/>
              <a:buChar char="●"/>
            </a:pPr>
            <a:r>
              <a:rPr lang="en-US" sz="1650" dirty="0">
                <a:latin typeface="Times New Roman"/>
                <a:cs typeface="Times New Roman"/>
              </a:rPr>
              <a:t>Adds a personalized revision recommendation layer, AI-generated quizzes and a visual analytics dashboard on top of the base retention-prediction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3F095-6AD4-31E6-B440-FBE60F858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265632" y="1942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[1] </a:t>
            </a:r>
            <a:r>
              <a:rPr lang="en-US" sz="1500" dirty="0">
                <a:latin typeface="Times New Roman"/>
                <a:cs typeface="Times New Roman"/>
              </a:rPr>
              <a:t>C. Piech et al., “Deep Knowledge Tracing,” in Proc. NeurIPS, 2015.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[2] </a:t>
            </a:r>
            <a:r>
              <a:rPr lang="en-US" sz="1500" dirty="0">
                <a:latin typeface="Times New Roman"/>
                <a:cs typeface="Times New Roman"/>
              </a:rPr>
              <a:t>K. Nagatani et al., “Augmenting Knowledge Tracing by Considering Forgetting Behavior,” in Proc. WWW, 2019.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[3] </a:t>
            </a:r>
            <a:r>
              <a:rPr lang="en-US" sz="1500" dirty="0">
                <a:latin typeface="Times New Roman"/>
                <a:cs typeface="Times New Roman"/>
              </a:rPr>
              <a:t>“A Comprehensive Survey on Deep Learning Techniques in Educational Data Mining,” arXiv:2309.04761, 2023.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[4] </a:t>
            </a:r>
            <a:r>
              <a:rPr lang="en-US" sz="1500" dirty="0">
                <a:latin typeface="Times New Roman"/>
                <a:cs typeface="Times New Roman"/>
              </a:rPr>
              <a:t>G. Abdelrahman and Q. Wang, “Knowledge Tracing with Sequential Key-Value Memory Networks,” in Proc. ACM SIGIR, 2019.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[5] </a:t>
            </a:r>
            <a:r>
              <a:rPr lang="en-US" sz="1500" dirty="0">
                <a:latin typeface="Times New Roman"/>
                <a:cs typeface="Times New Roman"/>
              </a:rPr>
              <a:t>“Deep Knowledge Tracing with Learning Curves,” PMC, 2023.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[6] </a:t>
            </a:r>
            <a:r>
              <a:rPr lang="en-US" sz="1500" dirty="0">
                <a:latin typeface="Times New Roman"/>
                <a:cs typeface="Times New Roman"/>
              </a:rPr>
              <a:t>F. A. Gers, J. Schmidhuber, and F. Cummins, “Learning to Forget: Continual Prediction with LSTM,” Neural Computation, vol. 12, no. 10, pp. 2451-2471, 2000.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[7] </a:t>
            </a:r>
            <a:r>
              <a:rPr lang="en-US" sz="1500" dirty="0">
                <a:latin typeface="Times New Roman"/>
                <a:cs typeface="Times New Roman"/>
              </a:rPr>
              <a:t>“Deep Graph Memory Networks for Forgetting-Robust Knowledge Tracing,” arXiv:2108.08105, 2021.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[8] </a:t>
            </a:r>
            <a:r>
              <a:rPr lang="en-US" sz="1500" dirty="0">
                <a:latin typeface="Times New Roman"/>
                <a:cs typeface="Times New Roman"/>
              </a:rPr>
              <a:t>B. Settles and B. Meeder, “A Trainable Spaced Repetition Model for Language Learning,” in Proc. ACL, 2016.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[9] </a:t>
            </a:r>
            <a:r>
              <a:rPr lang="en-US" sz="1500" dirty="0">
                <a:latin typeface="Times New Roman"/>
                <a:cs typeface="Times New Roman"/>
              </a:rPr>
              <a:t>B. Tabibian et al., “Enhancing Human Learning via Spaced Repetition Optimization,” Proc. Natl. Acad. Sci. (PNAS), 2019.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[10] </a:t>
            </a:r>
            <a:r>
              <a:rPr lang="en-US" sz="1500" dirty="0">
                <a:latin typeface="Times New Roman"/>
                <a:cs typeface="Times New Roman"/>
              </a:rPr>
              <a:t>“DRL-SRS: A Deep Reinforcement Learning Approach for Optimizing Spaced Repetition Scheduling,” Applied Sciences (MDPI), 2024.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[11] </a:t>
            </a:r>
            <a:r>
              <a:rPr lang="en-US" sz="1500" dirty="0">
                <a:latin typeface="Times New Roman"/>
                <a:cs typeface="Times New Roman"/>
              </a:rPr>
              <a:t>“Optimizing Spaced Repetition Schedule by Capturing the Dynamics of Memory (GLD-HLR),” 2023.</a:t>
            </a:r>
          </a:p>
          <a:p>
            <a:pPr marL="0" indent="0" algn="l">
              <a:lnSpc>
                <a:spcPct val="112000"/>
              </a:lnSpc>
              <a:spcBef>
                <a:spcPts val="250"/>
              </a:spcBef>
              <a:buNone/>
            </a:pPr>
            <a:r>
              <a:rPr lang="en-US" sz="1500" b="1" dirty="0">
                <a:latin typeface="Times New Roman"/>
                <a:cs typeface="Times New Roman"/>
              </a:rPr>
              <a:t>[12] </a:t>
            </a:r>
            <a:r>
              <a:rPr lang="en-US" sz="1500" dirty="0">
                <a:latin typeface="Times New Roman"/>
                <a:cs typeface="Times New Roman"/>
              </a:rPr>
              <a:t>“DKVMN&amp;MRI: A New Deep Knowledge Tracing Model Incorporating Multi-Relational Information,” PMC, 2024.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538E-4B8D-0F08-7C69-1D903C62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9198"/>
          </a:xfrm>
        </p:spPr>
        <p:txBody>
          <a:bodyPr>
            <a:normAutofit/>
          </a:bodyPr>
          <a:lstStyle/>
          <a:p>
            <a:r>
              <a:rPr lang="en-IN" sz="5000" dirty="0"/>
              <a:t>			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3FDF2-0438-C80D-79E3-DE482D244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1309</Words>
  <Application>Microsoft Office PowerPoint</Application>
  <PresentationFormat>Widescreen</PresentationFormat>
  <Paragraphs>62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Century Gothic</vt:lpstr>
      <vt:lpstr>Calibri</vt:lpstr>
      <vt:lpstr>Times New Roman</vt:lpstr>
      <vt:lpstr>Arial</vt:lpstr>
      <vt:lpstr>Office Theme</vt:lpstr>
      <vt:lpstr>Keep Learning</vt:lpstr>
      <vt:lpstr>Abstract</vt:lpstr>
      <vt:lpstr>Objective</vt:lpstr>
      <vt:lpstr>Literature Review (Minimum 10 Articles)   </vt:lpstr>
      <vt:lpstr>Literature Review (Contd.)  </vt:lpstr>
      <vt:lpstr>Problem Statement</vt:lpstr>
      <vt:lpstr>Journal Base Paper selection </vt:lpstr>
      <vt:lpstr>References</vt:lpstr>
      <vt:lpstr>  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Police Duty Scheduler</dc:title>
  <dc:creator>Rohith</dc:creator>
  <cp:lastModifiedBy>MUGUNTHAN M</cp:lastModifiedBy>
  <cp:revision>9</cp:revision>
  <dcterms:created xsi:type="dcterms:W3CDTF">2023-05-18T12:21:03Z</dcterms:created>
  <dcterms:modified xsi:type="dcterms:W3CDTF">2026-08-11T17:05:56Z</dcterms:modified>
</cp:coreProperties>
</file>